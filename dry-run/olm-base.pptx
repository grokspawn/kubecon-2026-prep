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and installation;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context and installation; name to confirm
START: 00:45
DURATION: 00:30
STATUS: 
TAKEAWAY: 
TALK TRACK / SOURCES / CAVEATS / REVIEW:
Introduce Rashmi, Joe and Jordan as the OLM presentation team. Introduce Attila as the fourth speaker, covering Java Operator SDK. The mapping from A/B/C to individual OLM presenters remains to be confirmed. Photos are deferred. The session uses prepared examples without live demos.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and installation;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and installation;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continues with installation changes.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Streamlined Installation
SPEAKER: OLM A — context and installation; name to confirm
START: 04:00
DURATION: 01:00
STATUS: 
TAKEAWAY: Standard channel since v1.11.0
TALK TRACK / SOURCES / CAVEATS / REVIEW:
As of operator-controller v1.11.0, the standard installation channel no longer requires spec.serviceAccount. The controller uses its own service account; the deprecated field is ignored. ClusterExtension write access is a high-privilege operation because the controller uses cluster-admin permissions. When delegating access, combine Kubernetes RBAC with appropriate admission policy, such as ValidatingAdmissionPolicy, to constrain allowed extensions. Source: https://github.com/operator-framework/operator-controller/pull/2770 and the v1.11.0 release notes.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Namespace Management
SPEAKER: OLM A — context and installation; name to confirm
START: 05:00
DURATION: 01:00
STATUS: 
TAKEAWAY: Experimental channel since v1.12.0
Controlled by feature gate
TALK TRACK / SOURCES / CAVEATS / REVIEW:
Operator-controller v1.12.0 introduced optional spec.namespace in the experimental installation channel. With the feature-gated runtime, an explicitly supplied namespace remains user-managed. When the field is omitted, OLM derives and manages an install namespace using bundle metadata and defaults. Deleting the extension also deletes its managed namespace and all remaining objects in that namespace, including objects OLM did not install. Explain namespace-transition validation and verify the selected bundle and controller version before demonstrating. Sources: https://github.com/operator-framework/operator-controller/pull/2925, https://github.com/operator-framework/operator-controller/pull/2926, https://github.com/operator-framework/operator-controller/pull/2929.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Inspect phased resource rollouts
SPEAKER: OLM B — lifecycle primitives and migration; name to confirm
START: 06:00
DURATION: 02:00
STATUS: IN ACTIVE DEVELOPMENT / CONTROLLED BY FEATURE-GATE
TAKEAWAY: Ordered phases expose resource application and readiness progress.
TALK TRACK / SOURCES / CAVEATS / REVIEW:
Explain the ClusterExtension → ClusterObjectDeployment → ClusterObjectSet ownership model. ClusterObjectDeployment manages rollout and revision history; ClusterObjectSets hold immutable revisions with ordered phases. observedPhases and other status details help identify stalled objects. Objects within a phase have no defined ordering. The API and rollout behavior are in active development and controlled by feature-gate. Standalone ClusterObjectDeployment use is in active development. A namespace-scoped ObjectDeployment is under consideration, with no committed availability. Sources: https://github.com/operator-framework/operator-controller/pull/3058 and https://github.com/operator-framework/operator-controller/pull/3072.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User control of extension deployments
SPEAKER: OLM B — lifecycle primitives and migration; name to confirm
START: 08:00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OLMv0 → OLMv1 migration
SPEAKER: OLM B — lifecycle primitives and migration; name to confirm
START: 09:30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example binaries produce structured output for automation and model consumers. The companion migration scenario exercises JSON Lines output.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Note: Ask Todd to make a separate repo for the binaries (naming is hard :))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Install a bundle directly
SPEAKER: OLM B — lifecycle primitives and migration; name to confirm
START: 11:30
DURATION: 01:30
STATUS: IN ACTIVE DEVELOPMENT / CONTROLLED BY FEATURE-GATE
TAKEAWAY: Select a registry+v1 bundle by its OCI image reference.
TALK TRACK / SOURCES / CAVEATS / REVIEW:
PR #2907 is OPEN and unmerged as of the 2026-10-28 check.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Planned Helm content support
SPEAKER: OLM C — content, catalogs and contributions; name to confirm
START: 13:00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Transition: the direct-image source motivates future chart content support. The companion Helm experiment uses an OCI image config; standard Helm OCI config handling remains unverified.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Catalog performance and content types
SPEAKER: OLM C — content, catalogs and contributions; name to confirm
START: 15:00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Shared lifecycle logic in library-olm
SPEAKER: OLM C — content, catalogs and contributions; name to confirm
START: 16:30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C connects catalog work with shared lifecycle logic.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Contribute to Operator Framework
SPEAKER: OLM C — content, catalogs and contributions; name to confirm
START: 17:30
DURATION: 01:00
STATUS: PROJECT DEVELOPMENT
TAKEAWAY: Contribute to Operator Framework development.
TALK TRACK / SOURCES / CAVEATS / REVIEW:
Invite contributions to the Operator Framework project: documentation, focused tests, code, and reproducible migration, chart, or schema fixtures. Start with the repository contribution guide: https://github.com/operator-framework/operator-controller/blob/main/CONTRIBUTING.md. Identify an issue or discussion, provide a reproducible case, and describe the expected result.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Operator Framework: Java Operator SDK
SPEAKER: OLM C — content, catalogs and contributions; name to confirm
START: 18:30
DURATION: 00:30
STATUS: 
TAKEAWAY: 
TALK TRACK / SOURCES / CAVEATS / REVIEW:
C hands off to Attila for the Java Operator SDK section. OLM packaging supports operators written in any language; SDKs support controller implementation. Attila presents the ten authored SDK slides, unchanged, in approximately ten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Resources and contribution steps
SPEAKER: OLM A — session host; name to confirm
START: 29:00
DURATION: 01:00
STATUS: RESOURCE PACKAGE TO PREPARE
TAKEAWAY: Use documented contracts and reproducible cases to guide contributions.
TALK TRACK / SOURCES / CAVEATS / REVIEW:
Close with the Operator Framework contribution guide, the OLM documentation, and the Java Operator SDK project. Companion demos are intended for online use; no live demo is planned. Confirm resource links before publication.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Questions?
SPEAKER: OLM A/B/C and Attila — questions
START: 30:00
DURATION: 02:00
STATUS: 
TAKEAWAY: Questions about lifecycle APIs, packaging or controller behavior?
TALK TRACK / SOURCES / CAVEATS / REVIEW:
Reserve two minutes for questions and transition overruns. A/B/C answer OLM questions; Attila answers Java Operator SDK questions. The proposed total duration is 32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operator-framework/operator-controller/blob/main/CONTRIBUTING.md"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360"/>
              </a:lnSpc>
              <a:buNone/>
            </a:pPr>
            <a:r>
              <a:rPr lang="en-US" sz="3000" b="1" dirty="0">
                <a:solidFill>
                  <a:srgbClr val="14263D"/>
                </a:solidFill>
                <a:latin typeface="Arial" pitchFamily="34" charset="0"/>
                <a:ea typeface="Arial" pitchFamily="34" charset="-122"/>
                <a:cs typeface="Arial" pitchFamily="34" charset="-120"/>
              </a:rPr>
              <a:t>The Next Era of Kubernetes Operator Lifecycle Management</a:t>
            </a:r>
            <a:endParaRPr lang="en-US" sz="3000" dirty="0"/>
          </a:p>
        </p:txBody>
      </p:sp>
      <p:pic>
        <p:nvPicPr>
          <p:cNvPr id="3" name="Image 0" descr="/Users/jordan/Documents/devel/breadcrumbs/2026-kubecon-wip/dry-run/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34495E"/>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 / 27 | KUBECON NA 2026 | DRY RUN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14263D"/>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2 / 27 | KUBECON NA 2026 | DRY RUN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Compatibility and lifecycle foundations</a:t>
            </a:r>
            <a:endParaRPr lang="en-US" sz="2900" dirty="0"/>
          </a:p>
        </p:txBody>
      </p:sp>
      <p:sp>
        <p:nvSpPr>
          <p:cNvPr id="5" name="Text 3"/>
          <p:cNvSpPr/>
          <p:nvPr/>
        </p:nvSpPr>
        <p:spPr>
          <a:xfrm>
            <a:off x="355550" y="1193750"/>
            <a:ext cx="1669852" cy="253752"/>
          </a:xfrm>
          <a:prstGeom prst="roundRect">
            <a:avLst>
              <a:gd name="adj" fmla="val 25024"/>
            </a:avLst>
          </a:prstGeom>
          <a:solidFill>
            <a:srgbClr val="E5EDF1"/>
          </a:solidFill>
          <a:ln/>
        </p:spPr>
        <p:txBody>
          <a:bodyPr wrap="square" rtlCol="0" anchor="ctr"/>
          <a:lstStyle/>
          <a:p>
            <a:pPr indent="0" marL="0">
              <a:buNone/>
            </a:pPr>
            <a:endParaRPr lang="en-US" dirty="0"/>
          </a:p>
        </p:txBody>
      </p:sp>
      <p:sp>
        <p:nvSpPr>
          <p:cNvPr id="6" name="Text 4"/>
          <p:cNvSpPr/>
          <p:nvPr/>
        </p:nvSpPr>
        <p:spPr>
          <a:xfrm>
            <a:off x="469850" y="125715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425A68"/>
                </a:solidFill>
                <a:latin typeface="Arial" pitchFamily="34" charset="0"/>
                <a:ea typeface="Arial" pitchFamily="34" charset="-122"/>
                <a:cs typeface="Arial" pitchFamily="34" charset="-120"/>
              </a:rPr>
              <a:t>FOUNDATIONAL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evolution builds on existing packages and operational experience.</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OLMv0 established lifecycle management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Existing registry+v1 content shapes compatibility</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Operational experience informs OLMv1</a:t>
            </a:r>
            <a:endParaRPr lang="en-US" sz="1650" dirty="0"/>
          </a:p>
        </p:txBody>
      </p:sp>
      <p:pic>
        <p:nvPicPr>
          <p:cNvPr id="9" name="Image 0" descr="/Users/jordan/Documents/devel/breadcrumbs/2026-kubecon-wip/dry-run/assets/s04.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Existing content and users shape lifecycle implementation.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3 / 27 | KUBECON NA 2026 | DRY RUN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 past, current and future</a:t>
            </a:r>
            <a:endParaRPr lang="en-US" sz="2900" dirty="0"/>
          </a:p>
        </p:txBody>
      </p:sp>
      <p:sp>
        <p:nvSpPr>
          <p:cNvPr id="5" name="Text 3"/>
          <p:cNvSpPr/>
          <p:nvPr/>
        </p:nvSpPr>
        <p:spPr>
          <a:xfrm>
            <a:off x="355550" y="1193750"/>
            <a:ext cx="2746772"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EVOLUTION / PLANNED / FUTURE WORK</a:t>
            </a:r>
            <a:endParaRPr lang="en-US" sz="1000" dirty="0"/>
          </a:p>
        </p:txBody>
      </p:sp>
      <p:sp>
        <p:nvSpPr>
          <p:cNvPr id="7" name="Text 5"/>
          <p:cNvSpPr/>
          <p:nvPr/>
        </p:nvSpPr>
        <p:spPr>
          <a:xfrm>
            <a:off x="355550" y="1676400"/>
            <a:ext cx="3419856" cy="270123"/>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feature evolution</a:t>
            </a:r>
            <a:endParaRPr lang="en-US" sz="1900" dirty="0"/>
          </a:p>
        </p:txBody>
      </p:sp>
      <p:sp>
        <p:nvSpPr>
          <p:cNvPr id="8" name="Text 6"/>
          <p:cNvSpPr/>
          <p:nvPr/>
        </p:nvSpPr>
        <p:spPr>
          <a:xfrm>
            <a:off x="355550" y="2086124"/>
            <a:ext cx="3352800" cy="2147292"/>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Past: OLMv0, flawed namespace-local CRD visibility assumptions, SQLite, FBC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Current: OLMv1, ClusterExtension, pins, webhooks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Ongoing: rollouts, config, install, migration</a:t>
            </a:r>
            <a:endParaRPr lang="en-US" sz="1650" dirty="0"/>
          </a:p>
        </p:txBody>
      </p:sp>
      <p:pic>
        <p:nvPicPr>
          <p:cNvPr id="9" name="Image 0" descr="/Users/jordan/Documents/devel/breadcrumbs/2026-kubecon-wip/dry-run/assets/s0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Planned: helm+v2 and v2 schemas. Future: OCI catalog storage.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4 / 27 | KUBECON NA 2026 | DRY RUN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82407"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INSTALLATION</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Streamlined Installation</a:t>
            </a:r>
            <a:endParaRPr lang="en-US" sz="2900" dirty="0"/>
          </a:p>
        </p:txBody>
      </p:sp>
      <p:sp>
        <p:nvSpPr>
          <p:cNvPr id="5" name="Text 3"/>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Standard channel since v1.11.0</a:t>
            </a:r>
            <a:endParaRPr lang="en-US" sz="1900" dirty="0"/>
          </a:p>
        </p:txBody>
      </p:sp>
      <p:sp>
        <p:nvSpPr>
          <p:cNvPr id="6" name="Text 4"/>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spec.serviceAccount is optional and ignored.</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The controller uses its own service account.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Restrict ClusterExtension access with RBAC and admission policy.</a:t>
            </a:r>
            <a:endParaRPr lang="en-US" sz="1650" dirty="0"/>
          </a:p>
        </p:txBody>
      </p:sp>
      <p:pic>
        <p:nvPicPr>
          <p:cNvPr id="7" name="Image 0" descr="/Users/jordan/Documents/devel/breadcrumbs/2026-kubecon-wip/current-visuals/streamlined-installation.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5 / 27 | KUBECON NA 2026 | DRY RUN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82407"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INSTALLATION</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Namespace Management</a:t>
            </a:r>
            <a:endParaRPr lang="en-US" sz="2900" dirty="0"/>
          </a:p>
        </p:txBody>
      </p:sp>
      <p:sp>
        <p:nvSpPr>
          <p:cNvPr id="5" name="Text 3"/>
          <p:cNvSpPr/>
          <p:nvPr/>
        </p:nvSpPr>
        <p:spPr>
          <a:xfrm>
            <a:off x="355550" y="1676400"/>
            <a:ext cx="3419856" cy="682228"/>
          </a:xfrm>
          <a:prstGeom prst="rect">
            <a:avLst/>
          </a:prstGeom>
          <a:noFill/>
          <a:ln/>
        </p:spPr>
        <p:txBody>
          <a:bodyPr wrap="square" lIns="0" tIns="0" rIns="0" bIns="0" rtlCol="0" anchor="t"/>
          <a:lstStyle/>
          <a:p>
            <a:pPr algn="l" indent="0" marL="0">
              <a:lnSpc>
                <a:spcPts val="1792"/>
              </a:lnSpc>
              <a:spcAft>
                <a:spcPts val="1400"/>
              </a:spcAft>
              <a:buNone/>
            </a:pPr>
            <a:r>
              <a:rPr lang="en-US" sz="1600" dirty="0">
                <a:solidFill>
                  <a:srgbClr val="14263D"/>
                </a:solidFill>
                <a:latin typeface="Arial" pitchFamily="34" charset="0"/>
                <a:ea typeface="Arial" pitchFamily="34" charset="-122"/>
                <a:cs typeface="Arial" pitchFamily="34" charset="-120"/>
              </a:rPr>
              <a:t>Experimental channel since v1.12.0</a:t>
            </a:r>
            <a:endParaRPr lang="en-US" sz="1600" dirty="0"/>
          </a:p>
          <a:p>
            <a:pPr algn="l" indent="0" marL="0">
              <a:lnSpc>
                <a:spcPts val="1792"/>
              </a:lnSpc>
              <a:spcAft>
                <a:spcPts val="1400"/>
              </a:spcAft>
              <a:buNone/>
            </a:pPr>
            <a:r>
              <a:rPr lang="en-US" sz="1600" dirty="0">
                <a:solidFill>
                  <a:srgbClr val="14263D"/>
                </a:solidFill>
                <a:latin typeface="Arial" pitchFamily="34" charset="0"/>
                <a:ea typeface="Arial" pitchFamily="34" charset="-122"/>
                <a:cs typeface="Arial" pitchFamily="34" charset="-120"/>
              </a:rPr>
              <a:t>Controlled by feature gate</a:t>
            </a:r>
            <a:endParaRPr lang="en-US" sz="1600" dirty="0"/>
          </a:p>
        </p:txBody>
      </p:sp>
      <p:sp>
        <p:nvSpPr>
          <p:cNvPr id="6" name="Text 4"/>
          <p:cNvSpPr/>
          <p:nvPr/>
        </p:nvSpPr>
        <p:spPr>
          <a:xfrm>
            <a:off x="355550" y="2536329"/>
            <a:ext cx="3352800" cy="1904256"/>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spec.namespace: use an existing user-managed namespace.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Omit it: OLM manages a derived namespace.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Deletion removes that namespace and its contents.</a:t>
            </a:r>
            <a:endParaRPr lang="en-US" sz="1650" dirty="0"/>
          </a:p>
        </p:txBody>
      </p:sp>
      <p:pic>
        <p:nvPicPr>
          <p:cNvPr id="7" name="Image 0" descr="/Users/jordan/Documents/devel/breadcrumbs/2026-kubecon-wip/current-visuals/namespace-management.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6 / 27 | KUBECON NA 2026 | DRY RUN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Inspect phased resource rollouts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Ordered phases expose resource application and readiness progress.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Apply resource groups in phase order</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Wait for applicable readiness checks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Inspect ClusterObjectDeployment and revision status</a:t>
            </a:r>
            <a:endParaRPr lang="en-US" sz="1650" dirty="0"/>
          </a:p>
        </p:txBody>
      </p:sp>
      <p:pic>
        <p:nvPicPr>
          <p:cNvPr id="9" name="Image 0" descr="/Users/jordan/Documents/devel/breadcrumbs/2026-kubecon-wip/dry-run/assets/s06.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Readiness checks show which phase is waiting.</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7 / 27 | KUBECON NA 2026 | DRY RUN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User control of extension deployments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Flexible user-defined deployment configuration.</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Environment variables and resource settings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Placement, volumes and deployment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Operator-provided configuration and schemas</a:t>
            </a:r>
            <a:endParaRPr lang="en-US" sz="1650" dirty="0"/>
          </a:p>
        </p:txBody>
      </p:sp>
      <p:pic>
        <p:nvPicPr>
          <p:cNvPr id="9" name="Image 0" descr="/Users/jordan/Documents/devel/breadcrumbs/2026-kubecon-wip/dry-run/assets/s07.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OLM applies user choices through operator configuration.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8 / 27 | KUBECON NA 2026 | DRY RUN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OLMv0 → OLMv1 migration</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Move operator management from OLMv0 to OLMv1.</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Prepare v1 catalogs from v0 CatalogSources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and preview operator migrations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Migration library with example binaries</a:t>
            </a:r>
            <a:endParaRPr lang="en-US" sz="1650" dirty="0"/>
          </a:p>
        </p:txBody>
      </p:sp>
      <p:pic>
        <p:nvPicPr>
          <p:cNvPr id="9" name="Image 0" descr="/Users/jordan/Documents/devel/breadcrumbs/2026-kubecon-wip/dry-run/assets/s08.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Structured output supports automation and models.</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9 / 27 | KUBECON NA 2026 | DRY RUN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Install a bundle directly</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Select a registry+v1 bundle by its OCI image reference.</a:t>
            </a:r>
            <a:endParaRPr lang="en-US" sz="1900" dirty="0"/>
          </a:p>
        </p:txBody>
      </p:sp>
      <p:sp>
        <p:nvSpPr>
          <p:cNvPr id="8" name="Text 6"/>
          <p:cNvSpPr/>
          <p:nvPr/>
        </p:nvSpPr>
        <p:spPr>
          <a:xfrm>
            <a:off x="355550" y="2356247"/>
            <a:ext cx="3352800" cy="932111"/>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Use sourceType: OCIImage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source.ociImage.ref</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Bypass catalog resolution</a:t>
            </a:r>
            <a:endParaRPr lang="en-US" sz="1650" dirty="0"/>
          </a:p>
        </p:txBody>
      </p:sp>
      <p:pic>
        <p:nvPicPr>
          <p:cNvPr id="9" name="Image 0" descr="/Users/jordan/Documents/devel/breadcrumbs/2026-kubecon-wip/dry-run/assets/s05.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Proposed in open PR #2907; controlled by BoxcutterRuntime.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10 / 27 | KUBECON NA 2026 | DRY RUN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Planned Helm content support</a:t>
            </a:r>
            <a:endParaRPr lang="en-US" sz="2900" dirty="0"/>
          </a:p>
        </p:txBody>
      </p:sp>
      <p:sp>
        <p:nvSpPr>
          <p:cNvPr id="5" name="Text 3"/>
          <p:cNvSpPr/>
          <p:nvPr/>
        </p:nvSpPr>
        <p:spPr>
          <a:xfrm>
            <a:off x="355550" y="1193750"/>
            <a:ext cx="145985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helm+v2</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The rendering contract targets deterministic chart behavior.</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Chart and values produce managed manifests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Allow-listed features support reproducible rendering</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helm+v2 identifies the content representation</a:t>
            </a:r>
            <a:endParaRPr lang="en-US" sz="1650" dirty="0"/>
          </a:p>
        </p:txBody>
      </p:sp>
      <p:pic>
        <p:nvPicPr>
          <p:cNvPr id="9" name="Image 0" descr="/Users/jordan/Documents/devel/breadcrumbs/2026-kubecon-wip/dry-run/assets/s10.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Standard chart artifacts use a defined rendering contract.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11 / 27 | KUBECON NA 2026 | DRY RUN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Catalog performance and content types</a:t>
            </a:r>
            <a:endParaRPr lang="en-US" sz="2900" dirty="0"/>
          </a:p>
        </p:txBody>
      </p:sp>
      <p:sp>
        <p:nvSpPr>
          <p:cNvPr id="5" name="Text 3"/>
          <p:cNvSpPr/>
          <p:nvPr/>
        </p:nvSpPr>
        <p:spPr>
          <a:xfrm>
            <a:off x="355550" y="1193750"/>
            <a:ext cx="1900386"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FUTURE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Design for lower catalog-processing cost and additional content types.</a:t>
            </a:r>
            <a:endParaRPr lang="en-US" sz="1900" dirty="0"/>
          </a:p>
        </p:txBody>
      </p:sp>
      <p:sp>
        <p:nvSpPr>
          <p:cNvPr id="8" name="Text 6"/>
          <p:cNvSpPr/>
          <p:nvPr/>
        </p:nvSpPr>
        <p:spPr>
          <a:xfrm>
            <a:off x="355550" y="2626370"/>
            <a:ext cx="3352800" cy="1418183"/>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Lower duplicated CSV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Direct version fields reduce property traversal</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Typed registry+v1 and helm+v2 content</a:t>
            </a:r>
            <a:endParaRPr lang="en-US" sz="1650" dirty="0"/>
          </a:p>
        </p:txBody>
      </p:sp>
      <p:pic>
        <p:nvPicPr>
          <p:cNvPr id="9" name="Image 0" descr="/Users/jordan/Documents/devel/breadcrumbs/2026-kubecon-wip/dry-run/assets/s11.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File-based catalogs remain the established foundation.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12 / 27 | KUBECON NA 2026 | DRY RUN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Shared lifecycle logic in library-olm</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Reuse lifecycle logic through a library with explicit contracts.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migration checks and workflow logic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Exercise current development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Record expected results in reusable fixtures</a:t>
            </a:r>
            <a:endParaRPr lang="en-US" sz="1650" dirty="0"/>
          </a:p>
        </p:txBody>
      </p:sp>
      <p:pic>
        <p:nvPicPr>
          <p:cNvPr id="9" name="Image 0" descr="/Users/jordan/Documents/devel/breadcrumbs/2026-kubecon-wip/dry-run/assets/s0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Examples and fixtures make supported behavior concrete.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13 / 27 | KUBECON NA 2026 | DRY RUN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Contribute to Operator Framework</a:t>
            </a:r>
            <a:endParaRPr lang="en-US" sz="2900" dirty="0"/>
          </a:p>
        </p:txBody>
      </p:sp>
      <p:sp>
        <p:nvSpPr>
          <p:cNvPr id="5" name="Text 3"/>
          <p:cNvSpPr/>
          <p:nvPr/>
        </p:nvSpPr>
        <p:spPr>
          <a:xfrm>
            <a:off x="355550" y="1193750"/>
            <a:ext cx="1830139"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PROJECT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Contribute to Operator Framework development.</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Read the repository contribution guide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Discuss an issue and propose a change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Submit code, documentation or test fixtures</a:t>
            </a:r>
            <a:endParaRPr lang="en-US" sz="1650" dirty="0"/>
          </a:p>
        </p:txBody>
      </p:sp>
      <p:pic>
        <p:nvPicPr>
          <p:cNvPr id="9" name="Image 0" descr="/Users/jordan/Documents/devel/breadcrumbs/2026-kubecon-wip/current-visuals/contributing-qr.png">    </p:cNvPr>
          <p:cNvPicPr>
            <a:picLocks noChangeAspect="1"/>
          </p:cNvPicPr>
          <p:nvPr/>
        </p:nvPicPr>
        <p:blipFill>
          <a:blip r:embed="rId1"/>
          <a:stretch>
            <a:fillRect/>
          </a:stretch>
        </p:blipFill>
        <p:spPr>
          <a:xfrm>
            <a:off x="5359301" y="2218134"/>
            <a:ext cx="2031950" cy="2031950"/>
          </a:xfrm>
          <a:prstGeom prst="rect">
            <a:avLst/>
          </a:prstGeom>
        </p:spPr>
      </p:pic>
      <p:sp>
        <p:nvSpPr>
          <p:cNvPr id="10" name="Text 7"/>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14 / 27 | KUBECON NA 2026 | DRY RUN</a:t>
            </a:r>
            <a:endParaRPr lang="en-US" sz="850" dirty="0"/>
          </a:p>
        </p:txBody>
      </p:sp>
      <p:sp>
        <p:nvSpPr>
          <p:cNvPr id="11" name="Text 8">
            <a:hlinkClick r:id="rId2" tooltip=""/>
          </p:cNvPr>
          <p:cNvSpPr/>
          <p:nvPr/>
        </p:nvSpPr>
        <p:spPr>
          <a:xfrm>
            <a:off x="355600" y="4457700"/>
            <a:ext cx="3390900" cy="393700"/>
          </a:xfrm>
          <a:prstGeom prst="rect">
            <a:avLst/>
          </a:prstGeom>
          <a:noFill/>
          <a:ln/>
        </p:spPr>
        <p:txBody>
          <a:bodyPr wrap="square" lIns="0" tIns="0" rIns="0" bIns="0" rtlCol="0" anchor="ctr"/>
          <a:lstStyle/>
          <a:p>
            <a:pPr indent="0" marL="0">
              <a:buNone/>
            </a:pPr>
            <a:r>
              <a:rPr lang="en-US" sz="1150" i="1" u="sng" dirty="0">
                <a:solidFill>
                  <a:srgbClr val="007F8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operator-controller: CONTRIBUTING.md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14263D"/>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15 / 27 | KUBECON NA 2026 | DRY RUN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72500"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05 / RESOURCES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Resources and contribution steps</a:t>
            </a:r>
            <a:endParaRPr lang="en-US" sz="2900" dirty="0"/>
          </a:p>
        </p:txBody>
      </p:sp>
      <p:sp>
        <p:nvSpPr>
          <p:cNvPr id="5" name="Text 3"/>
          <p:cNvSpPr/>
          <p:nvPr/>
        </p:nvSpPr>
        <p:spPr>
          <a:xfrm>
            <a:off x="355550" y="1193750"/>
            <a:ext cx="245804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RESOURCE PACKAGE TO PREPARE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Use documented contracts and reproducible cases to guide contributions.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content against a documented contract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a reproducible case or fixture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Select a maintainer-scoped contribution</a:t>
            </a:r>
            <a:endParaRPr lang="en-US" sz="1650" dirty="0"/>
          </a:p>
        </p:txBody>
      </p:sp>
      <p:pic>
        <p:nvPicPr>
          <p:cNvPr id="9" name="Image 0" descr="/Users/jordan/Documents/devel/breadcrumbs/2026-kubecon-wip/dry-run/assets/s1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Companion examples and task links are being prepared.</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26 / 27 | KUBECON NA 2026 | DRY RUN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14814"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06 / QUESTIONS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Questions?</a:t>
            </a:r>
            <a:endParaRPr lang="en-US" sz="2900" dirty="0"/>
          </a:p>
        </p:txBody>
      </p:sp>
      <p:sp>
        <p:nvSpPr>
          <p:cNvPr id="5" name="Text 3"/>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Questions about lifecycle APIs, packaging or controller behavior?</a:t>
            </a:r>
            <a:endParaRPr lang="en-US" sz="1900" dirty="0"/>
          </a:p>
        </p:txBody>
      </p:sp>
      <p:sp>
        <p:nvSpPr>
          <p:cNvPr id="6" name="Text 4"/>
          <p:cNvSpPr/>
          <p:nvPr/>
        </p:nvSpPr>
        <p:spPr>
          <a:xfrm>
            <a:off x="355550" y="2626370"/>
            <a:ext cx="3352800" cy="1175147"/>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 configuration and migration</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 content and catalog schemas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Java Operator SDK reconciliation</a:t>
            </a:r>
            <a:endParaRPr lang="en-US" sz="1650" dirty="0"/>
          </a:p>
        </p:txBody>
      </p:sp>
      <p:pic>
        <p:nvPicPr>
          <p:cNvPr id="7" name="Image 0" descr="/Users/jordan/Documents/devel/breadcrumbs/2026-kubecon-wip/dry-run/assets/s20.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Discussion of capabilities and proposed work.</a:t>
            </a:r>
            <a:endParaRPr lang="en-US" sz="1150" dirty="0"/>
          </a:p>
        </p:txBody>
      </p:sp>
      <p:sp>
        <p:nvSpPr>
          <p:cNvPr id="9" name="Text 6"/>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27 / 27 | KUBECON NA 2026 | DRY RUN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Illustrated alignment dry run; roles and claim qualifications in notes</dc:subject>
  <dc:creator>KubeCon 2026 working draft</dc:creator>
  <cp:lastModifiedBy>KubeCon 2026 working draft</cp:lastModifiedBy>
  <cp:revision>1</cp:revision>
  <dcterms:created xsi:type="dcterms:W3CDTF">2026-10-29T03:15:49Z</dcterms:created>
  <dcterms:modified xsi:type="dcterms:W3CDTF">2026-10-29T03:15:49Z</dcterms:modified>
</cp:coreProperties>
</file>